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676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3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85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6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91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2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83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69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36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0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124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66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Quick Cart Sales &amp; Operations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Analytics Project</a:t>
            </a:r>
          </a:p>
          <a:p>
            <a:r>
              <a:t>Tools: Python | MySQL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Quick Cart is an e-commerce grocery platform operating across multiple cities.</a:t>
            </a:r>
          </a:p>
          <a:p>
            <a:r>
              <a:rPr dirty="0"/>
              <a:t>Goal: Analyze order data to identify sales trends, delivery efficiency, inventory risks, and payment behavior.</a:t>
            </a:r>
          </a:p>
          <a:p>
            <a:r>
              <a:rPr dirty="0"/>
              <a:t>Workflow:</a:t>
            </a:r>
          </a:p>
          <a:p>
            <a:r>
              <a:rPr dirty="0"/>
              <a:t>• Python – Data Cleaning</a:t>
            </a:r>
          </a:p>
          <a:p>
            <a:r>
              <a:rPr dirty="0"/>
              <a:t>• MySQL – Data Analysis</a:t>
            </a:r>
          </a:p>
          <a:p>
            <a:r>
              <a:rPr dirty="0"/>
              <a:t>• Power BI – Data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top-performing product categories</a:t>
            </a:r>
          </a:p>
          <a:p>
            <a:r>
              <a:t>• Track sales performance by city</a:t>
            </a:r>
          </a:p>
          <a:p>
            <a:r>
              <a:t>• Evaluate delivery efficiency</a:t>
            </a:r>
          </a:p>
          <a:p>
            <a:r>
              <a:t>• Monitor inventory risks</a:t>
            </a:r>
          </a:p>
          <a:p>
            <a:r>
              <a:t>• Understand customer satisfaction</a:t>
            </a:r>
          </a:p>
          <a:p>
            <a:r>
              <a:t>• Analyze payment method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Dataset contains 1,200 order records.</a:t>
            </a:r>
          </a:p>
          <a:p>
            <a:r>
              <a:t>Key columns:</a:t>
            </a:r>
          </a:p>
          <a:p>
            <a:r>
              <a:t>• Product Category</a:t>
            </a:r>
          </a:p>
          <a:p>
            <a:r>
              <a:t>• Product Name</a:t>
            </a:r>
          </a:p>
          <a:p>
            <a:r>
              <a:t>• City</a:t>
            </a:r>
          </a:p>
          <a:p>
            <a:r>
              <a:t>• Order Date</a:t>
            </a:r>
          </a:p>
          <a:p>
            <a:r>
              <a:t>• Delivery Partner</a:t>
            </a:r>
          </a:p>
          <a:p>
            <a:r>
              <a:t>• Delivery Time</a:t>
            </a:r>
          </a:p>
          <a:p>
            <a:r>
              <a:t>• Customer Rating</a:t>
            </a:r>
          </a:p>
          <a:p>
            <a:r>
              <a:t>• Payment Method</a:t>
            </a:r>
          </a:p>
          <a:p>
            <a:r>
              <a:t>• Stock Status</a:t>
            </a:r>
          </a:p>
          <a:p>
            <a:r>
              <a:t>•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–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Cleaning tasks performed:</a:t>
            </a:r>
          </a:p>
          <a:p>
            <a:r>
              <a:t>• Removed duplicate records</a:t>
            </a:r>
          </a:p>
          <a:p>
            <a:r>
              <a:t>• Handled missing values</a:t>
            </a:r>
          </a:p>
          <a:p>
            <a:r>
              <a:t>• Standardized column names</a:t>
            </a:r>
          </a:p>
          <a:p>
            <a:r>
              <a:t>• Converted data types</a:t>
            </a:r>
          </a:p>
          <a:p>
            <a:r>
              <a:t>• Created new columns (Year, Month, Day, Delivery Speed, Stock Status)</a:t>
            </a:r>
          </a:p>
          <a:p>
            <a:r>
              <a:t>Libraries used: Pandas, NumPy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– MySQL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Dataset imported into MySQL database.</a:t>
            </a:r>
          </a:p>
          <a:p>
            <a:r>
              <a:t>SQL queries used to analyze:</a:t>
            </a:r>
          </a:p>
          <a:p>
            <a:r>
              <a:t>• Revenue and order metrics</a:t>
            </a:r>
          </a:p>
          <a:p>
            <a:r>
              <a:t>• Sales by city and category</a:t>
            </a:r>
          </a:p>
          <a:p>
            <a:r>
              <a:t>• Delivery partner performance</a:t>
            </a:r>
          </a:p>
          <a:p>
            <a:r>
              <a:t>• Payment method distribution</a:t>
            </a:r>
          </a:p>
          <a:p>
            <a:r>
              <a:t>• Inventory stock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Business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503,233</a:t>
            </a:r>
          </a:p>
          <a:p>
            <a:r>
              <a:t>Total Orders: 1,200</a:t>
            </a:r>
          </a:p>
          <a:p>
            <a:r>
              <a:t>Avg Customer Rating: 3.97</a:t>
            </a:r>
          </a:p>
          <a:p>
            <a:r>
              <a:t>Avg Delivery Time: 30.19 minutes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Product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Revenue by Category:</a:t>
            </a:r>
          </a:p>
          <a:p>
            <a:r>
              <a:t>• Bakery – 90,664</a:t>
            </a:r>
          </a:p>
          <a:p>
            <a:r>
              <a:t>• Fruits – 87,343</a:t>
            </a:r>
          </a:p>
          <a:p>
            <a:r>
              <a:t>• Snacks – 85,740</a:t>
            </a:r>
          </a:p>
          <a:p>
            <a:r>
              <a:t>• Beverages – 84,968</a:t>
            </a:r>
          </a:p>
          <a:p>
            <a:r>
              <a:t>• Frozen – 82,096</a:t>
            </a:r>
          </a:p>
          <a:p>
            <a:r>
              <a:t>• Dairy – 72,422</a:t>
            </a:r>
          </a:p>
          <a:p>
            <a:r>
              <a:t>Insight: Bakery generates the highest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Revenue by City:</a:t>
            </a:r>
          </a:p>
          <a:p>
            <a:r>
              <a:t>• Delhi – 94,077</a:t>
            </a:r>
          </a:p>
          <a:p>
            <a:r>
              <a:t>• Pune – 90,839</a:t>
            </a:r>
          </a:p>
          <a:p>
            <a:r>
              <a:t>• Mumbai – 84,543</a:t>
            </a:r>
          </a:p>
          <a:p>
            <a:r>
              <a:t>• Bangalore – 78,966</a:t>
            </a:r>
          </a:p>
          <a:p>
            <a:r>
              <a:t>• Hyderabad – 78,136</a:t>
            </a:r>
          </a:p>
          <a:p>
            <a:r>
              <a:t>• Chennai – 76,672</a:t>
            </a:r>
          </a:p>
          <a:p>
            <a:r>
              <a:t>Insight: Delhi and Pune are the strongest markets.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Fastest Delivery Partner: Vikram (27.96 min)</a:t>
            </a:r>
          </a:p>
          <a:p>
            <a:r>
              <a:t>Slowest Delivery Partner: Arjun (31.48 min)</a:t>
            </a:r>
          </a:p>
          <a:p>
            <a:r>
              <a:t>Highest Customer Rating: Karthik (4.05)</a:t>
            </a:r>
          </a:p>
          <a:p>
            <a:r>
              <a:t>Insight: Delivery efficiency varies across partners.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Inventory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Payment Methods:</a:t>
            </a:r>
          </a:p>
          <a:p>
            <a:r>
              <a:t>• Wallet – 308</a:t>
            </a:r>
          </a:p>
          <a:p>
            <a:r>
              <a:t>• COD – 300</a:t>
            </a:r>
          </a:p>
          <a:p>
            <a:r>
              <a:t>• Card – 299</a:t>
            </a:r>
          </a:p>
          <a:p>
            <a:r>
              <a:t>• UPI – 293</a:t>
            </a:r>
          </a:p>
          <a:p>
            <a:endParaRPr/>
          </a:p>
          <a:p>
            <a:r>
              <a:t>Inventory Status:</a:t>
            </a:r>
          </a:p>
          <a:p>
            <a:r>
              <a:t>• In Stock – 782 orders</a:t>
            </a:r>
          </a:p>
          <a:p>
            <a:r>
              <a:t>• Low Stock – 418 orders</a:t>
            </a:r>
          </a:p>
          <a:p>
            <a:r>
              <a:t>Insight: Low stock items still generate high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Interactive dashboard built in Power BI.</a:t>
            </a:r>
          </a:p>
          <a:p>
            <a:r>
              <a:rPr dirty="0"/>
              <a:t>Visuals include: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dirty="0" smtClean="0"/>
              <a:t> </a:t>
            </a:r>
            <a:r>
              <a:rPr dirty="0"/>
              <a:t>KPI Cards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Revenue by Category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Monthly Sales Trend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Orders by City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Delivery Efficiency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dirty="0" smtClean="0"/>
              <a:t>Payment </a:t>
            </a:r>
            <a:r>
              <a:rPr dirty="0"/>
              <a:t>Method Distribution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Stock Status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b="1" dirty="0"/>
              <a:t>Quick Cart Sales &amp; Operations Dashboard</a:t>
            </a:r>
            <a:r>
              <a:rPr lang="en-MY" dirty="0"/>
              <a:t/>
            </a:r>
            <a:br>
              <a:rPr lang="en-MY" dirty="0"/>
            </a:br>
            <a:r>
              <a:rPr lang="en-MY" dirty="0"/>
              <a:t>Was created using Power BI to visualize key business insights.</a:t>
            </a:r>
            <a:br>
              <a:rPr lang="en-MY" dirty="0"/>
            </a:br>
            <a:endParaRPr lang="en-MY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3" y="2286000"/>
            <a:ext cx="7130433" cy="4022725"/>
          </a:xfrm>
        </p:spPr>
      </p:pic>
    </p:spTree>
    <p:extLst>
      <p:ext uri="{BB962C8B-B14F-4D97-AF65-F5344CB8AC3E}">
        <p14:creationId xmlns:p14="http://schemas.microsoft.com/office/powerpoint/2010/main" val="253950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Bakery is the highest revenue category</a:t>
            </a:r>
          </a:p>
          <a:p>
            <a:r>
              <a:rPr dirty="0" smtClean="0"/>
              <a:t> </a:t>
            </a:r>
            <a:r>
              <a:rPr dirty="0"/>
              <a:t>Delhi &amp; Pune generate the most sales</a:t>
            </a:r>
          </a:p>
          <a:p>
            <a:r>
              <a:rPr dirty="0" smtClean="0"/>
              <a:t> </a:t>
            </a:r>
            <a:r>
              <a:rPr dirty="0" err="1"/>
              <a:t>Vikram</a:t>
            </a:r>
            <a:r>
              <a:rPr dirty="0"/>
              <a:t> is the fastest delivery partner</a:t>
            </a:r>
          </a:p>
          <a:p>
            <a:r>
              <a:rPr dirty="0" smtClean="0"/>
              <a:t> </a:t>
            </a:r>
            <a:r>
              <a:rPr dirty="0" err="1"/>
              <a:t>Karthik</a:t>
            </a:r>
            <a:r>
              <a:rPr dirty="0"/>
              <a:t> has the highest rating</a:t>
            </a:r>
          </a:p>
          <a:p>
            <a:r>
              <a:rPr dirty="0" smtClean="0"/>
              <a:t> </a:t>
            </a:r>
            <a:r>
              <a:rPr dirty="0"/>
              <a:t>Wallet payments slightly dominate</a:t>
            </a:r>
          </a:p>
          <a:p>
            <a:r>
              <a:rPr dirty="0" smtClean="0"/>
              <a:t>418 </a:t>
            </a:r>
            <a:r>
              <a:rPr dirty="0"/>
              <a:t>orders come from low-stock products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smtClean="0"/>
              <a:t> </a:t>
            </a:r>
            <a:r>
              <a:rPr lang="en-MY" b="1" dirty="0"/>
              <a:t>Improve Inventory Planning</a:t>
            </a:r>
            <a:endParaRPr lang="en-MY" dirty="0"/>
          </a:p>
          <a:p>
            <a:r>
              <a:rPr lang="en-MY" dirty="0"/>
              <a:t>Low-stock products generate significant orders. Quick Cart should improve stock forecasting to prevent product shortages.</a:t>
            </a:r>
          </a:p>
          <a:p>
            <a:r>
              <a:rPr lang="en-MY" b="1" dirty="0"/>
              <a:t>Focus on High-Demand Cities</a:t>
            </a:r>
            <a:endParaRPr lang="en-MY" dirty="0"/>
          </a:p>
          <a:p>
            <a:r>
              <a:rPr lang="en-MY" dirty="0"/>
              <a:t>Cities like Delhi and Pune should receive more marketing and supply attention to maximize revenue.</a:t>
            </a:r>
          </a:p>
          <a:p>
            <a:r>
              <a:rPr lang="en-MY" b="1" dirty="0"/>
              <a:t>Optimize Delivery Operations</a:t>
            </a:r>
            <a:endParaRPr lang="en-MY" dirty="0"/>
          </a:p>
          <a:p>
            <a:r>
              <a:rPr lang="en-MY" dirty="0"/>
              <a:t>Analyse the performance of faster delivery partners to improve overall delivery efficiency.</a:t>
            </a:r>
          </a:p>
          <a:p>
            <a:r>
              <a:rPr lang="en-MY" b="1" dirty="0"/>
              <a:t>Encourage Digital Payments</a:t>
            </a:r>
            <a:endParaRPr lang="en-MY" dirty="0"/>
          </a:p>
          <a:p>
            <a:r>
              <a:rPr lang="en-MY" dirty="0"/>
              <a:t>Promote wallet and UPI payments through offers or cashback programs.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This project demonstrates an end-to-end data analytics workflow.</a:t>
            </a:r>
          </a:p>
          <a:p>
            <a:r>
              <a:t>Python → Data Cleaning</a:t>
            </a:r>
          </a:p>
          <a:p>
            <a:r>
              <a:t>MySQL → Data Analysis</a:t>
            </a:r>
          </a:p>
          <a:p>
            <a:r>
              <a:t>Power BI → Visualization</a:t>
            </a:r>
          </a:p>
          <a:p>
            <a:endParaRPr/>
          </a:p>
          <a:p>
            <a:r>
              <a:t>The insights support data-driven decisions to improve sales and operations.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</TotalTime>
  <Words>604</Words>
  <Application>Microsoft Office PowerPoint</Application>
  <PresentationFormat>On-screen Show (4:3)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Tw Cen MT</vt:lpstr>
      <vt:lpstr>Tw Cen MT Condensed</vt:lpstr>
      <vt:lpstr>Wingdings 3</vt:lpstr>
      <vt:lpstr>Integral</vt:lpstr>
      <vt:lpstr>Quick Cart Sales &amp; Operations Analysis</vt:lpstr>
      <vt:lpstr>Project Overview</vt:lpstr>
      <vt:lpstr>Business Objectives</vt:lpstr>
      <vt:lpstr>Dataset Description</vt:lpstr>
      <vt:lpstr>Data Cleaning – Python</vt:lpstr>
      <vt:lpstr>Data Analysis – MySQL</vt:lpstr>
      <vt:lpstr>Overall Business Performance</vt:lpstr>
      <vt:lpstr>Top Product Categories</vt:lpstr>
      <vt:lpstr>Sales by City</vt:lpstr>
      <vt:lpstr>Delivery Performance</vt:lpstr>
      <vt:lpstr>Payment &amp; Inventory Analysis</vt:lpstr>
      <vt:lpstr>Power BI Dashboard</vt:lpstr>
      <vt:lpstr>Quick Cart Sales &amp; Operations Dashboard Was created using Power BI to visualize key business insights. </vt:lpstr>
      <vt:lpstr>Key Business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Cart Sales &amp; Operations Analysis</dc:title>
  <dc:subject/>
  <dc:creator>Vinith</dc:creator>
  <cp:keywords/>
  <dc:description>generated using python-pptx</dc:description>
  <cp:lastModifiedBy>DELL LATITUDE E7270</cp:lastModifiedBy>
  <cp:revision>2</cp:revision>
  <dcterms:created xsi:type="dcterms:W3CDTF">2013-01-27T09:14:16Z</dcterms:created>
  <dcterms:modified xsi:type="dcterms:W3CDTF">2026-03-10T12:40:02Z</dcterms:modified>
  <cp:category/>
</cp:coreProperties>
</file>